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Developing Empathy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AM – 12:15 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don’t have to experience something to understand it. But you do have to try.”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3657600" cy="164592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IMAGE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silhouettes — one looking at the other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human visual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840480" cy="1645920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Check-In: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— just one — that describes where your head is right now.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think too hard. First word that comes to mind.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Is Not a Soft Skill. It’s a Brain Function.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6400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143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Neurons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physically resonates with others’ experiences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400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783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Failure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Busyness + affinity bias + emotional suppression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6400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423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Pathway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is not fixed — it strengthens with deliberate practice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64008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063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Impact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demonstrate empathy retain teams 40% longer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6400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703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= fewer errors, faster problem-solving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03520" y="1143000"/>
            <a:ext cx="3383280" cy="201168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303520" y="1143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IMAGE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diagram highlighting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neuron regions (simplified)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infographic: Empathy → Trust → Performance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03520" y="3383280"/>
            <a:ext cx="3383280" cy="6400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isn’t about being nice. It’s about being effective.”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3891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Businessolver State of Workplace Empathy 2024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Reasons Empathy Gets Switched 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234440"/>
            <a:ext cx="731520" cy="73152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timelines, quality checks.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demands output,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feelings.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00584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234440"/>
            <a:ext cx="731520" cy="731520"/>
          </a:xfrm>
          <a:prstGeom prst="ellipse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empathize with people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us — naturally.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gender = empathy gap.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05840"/>
            <a:ext cx="2606040" cy="54864"/>
          </a:xfrm>
          <a:prstGeom prst="rect">
            <a:avLst/>
          </a:prstGeom>
          <a:solidFill>
            <a:srgbClr val="D4582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234440"/>
            <a:ext cx="731520" cy="731520"/>
          </a:xfrm>
          <a:prstGeom prst="ellipse">
            <a:avLst/>
          </a:prstGeom>
          <a:solidFill>
            <a:srgbClr val="D458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5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“Leave problems at the gate.”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are seen 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in manufacturing.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make you a bad manager. But all three can make you an ineffective 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CLIP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vs. Sympathy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2926080"/>
          </a:xfrm>
          <a:prstGeom prst="rect">
            <a:avLst/>
          </a:prstGeom>
          <a:solidFill>
            <a:srgbClr val="E8EAF6"/>
          </a:solidFill>
          <a:ln w="19050">
            <a:solidFill>
              <a:srgbClr val="7986C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Inside Out (2015)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and Sadness memory scene (~3 min)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Disney+ Hotstar / YouTube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moment: Joy finally understands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Sadness matters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2468880" cy="29260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clip: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have you been Joy?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have you been Sadness?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when Sadness sat with the feeling?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That Changes Everything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40480" cy="2743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384048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SYMPATHY  —  I feel FOR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“That’s too bad.”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discomfort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— looking AT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“You’ll be fine.”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conversation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840480" cy="2743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60120"/>
            <a:ext cx="384048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87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 —  I feel WITH you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sounds really hard.”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with the discomfort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— being WITH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more.”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conversation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31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management context, empathy is not a feeling. It is a behavior.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starts with one question: “What is this like for you?”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CLIP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 Floor Through Her Eyes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2926080"/>
          </a:xfrm>
          <a:prstGeom prst="rect">
            <a:avLst/>
          </a:prstGeom>
          <a:solidFill>
            <a:srgbClr val="E8EAF6"/>
          </a:solidFill>
          <a:ln w="19050">
            <a:solidFill>
              <a:srgbClr val="7986C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English Vinglish (2012)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family scenes — Shashi dismissed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(~4–5 min) | Netflix / Amazon Prime India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Shashi is casually mocked for not speaking English.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notices. No one intends it. It just happens.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2468880" cy="29260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clip run, then go straight into the perspective activity without debriefing first.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sit in the room.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question comes AFTER the exercise.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She Navigates Before the Shift Even Starts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188720" y="1051560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289304" y="1252728"/>
            <a:ext cx="0" cy="393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78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 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00200" y="978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not designed for her body — arrives early to sort 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103327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033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88720" y="1645920"/>
            <a:ext cx="201168" cy="201168"/>
          </a:xfrm>
          <a:prstGeom prst="ellipse">
            <a:avLst/>
          </a:prstGeom>
          <a:solidFill>
            <a:srgbClr val="0E8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289304" y="1847088"/>
            <a:ext cx="0" cy="393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572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8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0020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women’s washroom: often 5–10 minutes away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62763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88720" y="2240280"/>
            <a:ext cx="201168" cy="201168"/>
          </a:xfrm>
          <a:prstGeom prst="ellipse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1289304" y="2441448"/>
            <a:ext cx="0" cy="393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1671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7:15 AM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00200" y="2167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very few women on a team built for men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222199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88720" y="2834640"/>
            <a:ext cx="201168" cy="201168"/>
          </a:xfrm>
          <a:prstGeom prst="ellipse">
            <a:avLst/>
          </a:prstGeom>
          <a:solidFill>
            <a:srgbClr val="D458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1289304" y="3035808"/>
            <a:ext cx="0" cy="393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7614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5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AM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00200" y="2761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“fitting in” while maintaining professional boundaries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66560" y="281635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88720" y="3429000"/>
            <a:ext cx="201168" cy="201168"/>
          </a:xfrm>
          <a:prstGeom prst="ellipse">
            <a:avLst/>
          </a:prstGeom>
          <a:solidFill>
            <a:srgbClr val="0954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1289304" y="3630168"/>
            <a:ext cx="0" cy="393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33558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95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60020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that every mistake is noticed more than male colleagues’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766560" y="341071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33" name="Text 30"/>
          <p:cNvSpPr/>
          <p:nvPr/>
        </p:nvSpPr>
        <p:spPr>
          <a:xfrm>
            <a:off x="676656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88720" y="4023360"/>
            <a:ext cx="201168" cy="201168"/>
          </a:xfrm>
          <a:prstGeom prst="ellipse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74320" y="39502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600200" y="3950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probably already decided what she will and won’t say to her supervisor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766560" y="4005072"/>
            <a:ext cx="1828800" cy="22860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38" name="Text 35"/>
          <p:cNvSpPr/>
          <p:nvPr/>
        </p:nvSpPr>
        <p:spPr>
          <a:xfrm>
            <a:off x="676656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8640" y="4526280"/>
            <a:ext cx="804672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Inclusion Feels Like to Her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887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greeted the same way her male colleagues are greeted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88720" y="1508760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27632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81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her ideas heard in team meetings, not talked over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88720" y="208483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203704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1579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having health needs treated as inconveniences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88720" y="2660904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79776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7340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given in private, not in front of the floor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188720" y="3236976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35584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310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who notices when something seems off — and asks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188720" y="3813048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she can raise a concern without it becoming a bigger issue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526280"/>
            <a:ext cx="804672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complicated? No. Is it automatic? Not yet. That’s what the rest of today is for.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Empathy Map: A 5-Minute Tool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her mind that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doesn’t say aloud?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9601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emotions is she carrying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shift?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606040"/>
            <a:ext cx="3931920" cy="54864"/>
          </a:xfrm>
          <a:prstGeom prst="rect">
            <a:avLst/>
          </a:prstGeom>
          <a:solidFill>
            <a:srgbClr val="0E8B8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actually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6060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606040"/>
            <a:ext cx="3931920" cy="54864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5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observe?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1874520"/>
            <a:ext cx="2560320" cy="137160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&amp; SAYS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Your Opportunity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 is not a one-time activity. It’s a habit. Five minutes before a difficult conversation — try this.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Workbook Page 11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Workforce Has Changed. Your Management Must Too.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4300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managers to care about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well-being, not just output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14300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6616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work for a company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values align with theirs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114300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4652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leave quickly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respect is absent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788920"/>
            <a:ext cx="6400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788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(born 1997–2012)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2971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natives, globally aware, rights-conscious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64008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291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Boundary-setting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34747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Self-advocacy, not insubordination — understand the difference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794760"/>
            <a:ext cx="6400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Growth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39776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be taken seriously and developed, not just assigned tasks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2793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going to manage this generation for the next 20 years. The sooner you understand them, the better.”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1: Five Minutes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515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30-second decision that cost three working days.”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4846320" cy="3200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case study on your chair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of 3–4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65176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258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5 questions — 10 minutes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10896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prepares Rajan’s “better response” (2–3 sentences)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debrief at 1:40 PM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0" y="1234440"/>
            <a:ext cx="3017520" cy="32004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0" y="1234440"/>
            <a:ext cx="64008" cy="3200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Framing: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173736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is not a bad manager.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a realistic manager — under pressure, trying to hold output.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learning: a 30-second response, done right, would have cost nothing and prevented everything that followed.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ROI of empathy in practice.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“Rajan is you, on a busy morning. What would you have done?”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Respectful Leadership - Part 2</dc:title>
  <dc:subject>PptxGenJS Presentation</dc:subject>
  <dc:creator>Dr. Sandhya Rani C</dc:creator>
  <cp:lastModifiedBy>Dr. Sandhya Rani C</cp:lastModifiedBy>
  <cp:revision>1</cp:revision>
  <dcterms:created xsi:type="dcterms:W3CDTF">2026-03-06T05:26:17Z</dcterms:created>
  <dcterms:modified xsi:type="dcterms:W3CDTF">2026-03-06T05:26:17Z</dcterms:modified>
</cp:coreProperties>
</file>